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64FA1C-2751-6D41-B89F-53F91D0F6A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1BACE0F-EB4A-D2E6-241E-D099249EA8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27FCB30-DB4B-F4E4-619E-D999D82B5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8949E-B8A2-436A-A8BF-B283FFEFFF32}" type="datetimeFigureOut">
              <a:rPr lang="de-DE" smtClean="0"/>
              <a:t>01.06.2026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B2E9A15-D0BE-7F6E-87C7-2E756DB2E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DD1BDD-CFED-3408-68F8-B76A6D8E9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0410-77F1-44E1-A7B9-68AEDB4E5C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154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95D32D-BDDE-B2D1-EB09-0C14B38B7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99AF48D-21C5-162B-DAD7-7073C59AD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398C32B-EF87-4432-A55B-783E3E0D2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8949E-B8A2-436A-A8BF-B283FFEFFF32}" type="datetimeFigureOut">
              <a:rPr lang="de-DE" smtClean="0"/>
              <a:t>01.06.2026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E6FF95-5DBE-926B-7CF6-B8AA6F09F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F5B2C55-671C-DEEC-C696-87944D8F0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0410-77F1-44E1-A7B9-68AEDB4E5C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0966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45AE89-4026-C0C5-F454-E5EA314A6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8C198EB-E8F9-A661-98EE-2953CB2CB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6A2DA6B-BD1E-4AA0-346A-88ED25FF0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8949E-B8A2-436A-A8BF-B283FFEFFF32}" type="datetimeFigureOut">
              <a:rPr lang="de-DE" smtClean="0"/>
              <a:t>01.06.2026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6DA91B-A6B9-A81F-7475-60067D183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54FF9DD-9B6A-E9AE-3E3E-512053114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0410-77F1-44E1-A7B9-68AEDB4E5C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2486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1BD03A-F33E-2660-B1FB-AA203A8B6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567768-0AB0-6AC5-0C0D-40E5AF5837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F91F818-E5BC-2CE0-D5B1-19ED45400D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3F7A8B3-E3F1-ABA0-D860-A84C58AE6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8949E-B8A2-436A-A8BF-B283FFEFFF32}" type="datetimeFigureOut">
              <a:rPr lang="de-DE" smtClean="0"/>
              <a:t>01.06.2026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C7DBAF9-DD17-050F-AF35-D57583FAF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18ECEB4-4751-D4D4-C22D-D8A8512DB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0410-77F1-44E1-A7B9-68AEDB4E5C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917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1BC4E9-2056-A9BF-B230-068F04548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E789182-31E0-13E7-667D-3E2D42050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D689EC7-427C-1DF9-1CD8-FF6E76BA3B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57B9369-899B-6E7D-1233-23A55093F4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62F11C1-C8BD-BB3E-3B0A-57BADEDC90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BB27422-27AF-75C0-6F9E-77AB21705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8949E-B8A2-436A-A8BF-B283FFEFFF32}" type="datetimeFigureOut">
              <a:rPr lang="de-DE" smtClean="0"/>
              <a:t>01.06.2026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9068431-2917-BCFF-AE67-6426EBEF4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34AC41-E77B-6774-74F6-FC38CFEDF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0410-77F1-44E1-A7B9-68AEDB4E5C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2941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268148-AEFC-E801-28AD-AF8A01697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DECA75B-29B4-BDC4-26AE-B65284D06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8949E-B8A2-436A-A8BF-B283FFEFFF32}" type="datetimeFigureOut">
              <a:rPr lang="de-DE" smtClean="0"/>
              <a:t>01.06.2026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5DA6215-6271-1705-6605-888DD99DA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609ABC0-F2D2-2526-9E3D-850378D63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0410-77F1-44E1-A7B9-68AEDB4E5C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1151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2DA469E-75DD-6BDB-EB5A-054559F1E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8949E-B8A2-436A-A8BF-B283FFEFFF32}" type="datetimeFigureOut">
              <a:rPr lang="de-DE" smtClean="0"/>
              <a:t>01.06.2026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0200773-A75E-908D-2F48-2EF12499A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B97675A-F636-FC0E-65FF-09A15A57F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0410-77F1-44E1-A7B9-68AEDB4E5C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8163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7F1350-A73E-34C1-AD8F-2CB3D2DA7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393B292-8FD4-619E-586A-D8D52F621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F7E6EE3-238C-DCE1-8EDA-0368B0BA68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558B5DF-CFC5-978B-333C-9F5014E3A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8949E-B8A2-436A-A8BF-B283FFEFFF32}" type="datetimeFigureOut">
              <a:rPr lang="de-DE" smtClean="0"/>
              <a:t>01.06.2026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FE10E2A-A62B-E911-0BB1-34F6F794D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4E6FC5A-12A7-15FD-1061-D00D0B820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0410-77F1-44E1-A7B9-68AEDB4E5C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5742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15BD62-EF50-1C79-88A0-C1301167A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F832338-CA28-1093-E81E-AF82F009CC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E4F312F-9642-49B1-A9C7-08B5624DD7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A53D513-6972-1EEF-01AE-854757F7A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8949E-B8A2-436A-A8BF-B283FFEFFF32}" type="datetimeFigureOut">
              <a:rPr lang="de-DE" smtClean="0"/>
              <a:t>01.06.2026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82ABD98-9E70-A0AF-89C9-0A35BCA4F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7F0C43A-FA52-EEBC-4349-3799D0384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0410-77F1-44E1-A7B9-68AEDB4E5C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8212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103C44-EC42-941A-7FF5-6B21AA6E9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46C2F46-EB67-7CD0-6127-C2B31513E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4A6DE6B-F57D-2014-2A7D-9590564A6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8949E-B8A2-436A-A8BF-B283FFEFFF32}" type="datetimeFigureOut">
              <a:rPr lang="de-DE" smtClean="0"/>
              <a:t>01.06.2026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EA90A04-6BBB-A48B-8BD1-A7859B979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E23531-C837-CFF0-893F-71ADC02EC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0410-77F1-44E1-A7B9-68AEDB4E5C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3359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A6789DF-0883-F384-47BB-041C08F395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FF2F89B-AFE3-8A43-1AB8-73EAFA8FF4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D471D50-E500-D1E4-3B9E-FC010791E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8949E-B8A2-436A-A8BF-B283FFEFFF32}" type="datetimeFigureOut">
              <a:rPr lang="de-DE" smtClean="0"/>
              <a:t>01.06.2026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F874715-3A5B-ED30-90EC-544506ECB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9300F8E-0A65-1719-F6F7-3BD96E886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0410-77F1-44E1-A7B9-68AEDB4E5C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7681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A8FF5E0-FC1F-834F-DE22-A1D1C9DF0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81E246-3271-FCF3-91AD-9CE3B7D4D6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C6C1962-918C-EF66-D447-BEF2B9A372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68949E-B8A2-436A-A8BF-B283FFEFFF32}" type="datetimeFigureOut">
              <a:rPr lang="de-DE" smtClean="0"/>
              <a:t>01.06.2026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F2AA445-4662-4903-04CC-247493042E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6EE7757-1C7D-E261-B7CD-D71F4608C2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D0410-77F1-44E1-A7B9-68AEDB4E5C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339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5D5BED-F9FE-A87F-ACCC-E2D67686A9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Comparison After vs</a:t>
            </a:r>
            <a:br>
              <a:rPr lang="en-US" dirty="0"/>
            </a:br>
            <a:r>
              <a:rPr lang="en-US" dirty="0"/>
              <a:t>Before Updating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F62CA55-C2F6-DA05-1AA2-CE6CB63E1B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9938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374EE4-26F1-BC76-BF6C-B2B37CB72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192"/>
            <a:ext cx="10515600" cy="1325563"/>
          </a:xfrm>
        </p:spPr>
        <p:txBody>
          <a:bodyPr/>
          <a:lstStyle/>
          <a:p>
            <a:r>
              <a:rPr lang="en-US" dirty="0"/>
              <a:t>day4_prediction_vs_true_best.</a:t>
            </a:r>
            <a:r>
              <a:rPr lang="de-DE" altLang="zh-CN" dirty="0" err="1"/>
              <a:t>png</a:t>
            </a:r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3B9A62A-CE3B-D42F-3726-B011041C2D8F}"/>
              </a:ext>
            </a:extLst>
          </p:cNvPr>
          <p:cNvSpPr txBox="1"/>
          <p:nvPr/>
        </p:nvSpPr>
        <p:spPr>
          <a:xfrm>
            <a:off x="6379632" y="6194688"/>
            <a:ext cx="4148667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de-DE" sz="1800" kern="1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Figure 2 </a:t>
            </a:r>
            <a:r>
              <a:rPr lang="de-DE" sz="1800" kern="100" dirty="0" err="1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before</a:t>
            </a:r>
            <a:r>
              <a:rPr lang="de-DE" sz="1800" kern="1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de-DE" sz="1800" kern="100" dirty="0" err="1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Updating</a:t>
            </a:r>
            <a:endParaRPr lang="de-DE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F5C9601-0969-7A94-C4BB-8F81BFCFBA0A}"/>
              </a:ext>
            </a:extLst>
          </p:cNvPr>
          <p:cNvSpPr txBox="1"/>
          <p:nvPr/>
        </p:nvSpPr>
        <p:spPr>
          <a:xfrm>
            <a:off x="914664" y="6211359"/>
            <a:ext cx="4148667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de-DE" sz="1800" kern="1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Figure 1 After </a:t>
            </a:r>
            <a:r>
              <a:rPr lang="de-DE" sz="1800" kern="100" dirty="0" err="1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Updating</a:t>
            </a:r>
            <a:endParaRPr lang="de-DE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82014AA8-6F66-5F31-A2A8-9838E63106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21" y="1478755"/>
            <a:ext cx="4571751" cy="4571751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D9B0AF6D-EB65-572E-67A5-F908B1A8EA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50846"/>
            <a:ext cx="4571751" cy="4571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548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B5BCF-30CA-A909-1783-C74B46401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9198B2-F437-3953-3884-4ACE23AB4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192"/>
            <a:ext cx="10515600" cy="1325563"/>
          </a:xfrm>
        </p:spPr>
        <p:txBody>
          <a:bodyPr/>
          <a:lstStyle/>
          <a:p>
            <a:r>
              <a:rPr lang="en-US" dirty="0"/>
              <a:t>day4_feature_importance_stability.png</a:t>
            </a:r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5A8836C-72FB-3718-2E5F-BFD809D4A1F9}"/>
              </a:ext>
            </a:extLst>
          </p:cNvPr>
          <p:cNvSpPr txBox="1"/>
          <p:nvPr/>
        </p:nvSpPr>
        <p:spPr>
          <a:xfrm>
            <a:off x="6379632" y="6194688"/>
            <a:ext cx="4148667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de-DE" sz="1800" kern="1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Figure 2 </a:t>
            </a:r>
            <a:r>
              <a:rPr lang="de-DE" sz="1800" kern="100" dirty="0" err="1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before</a:t>
            </a:r>
            <a:r>
              <a:rPr lang="de-DE" sz="1800" kern="1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de-DE" sz="1800" kern="100" dirty="0" err="1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Updating</a:t>
            </a:r>
            <a:endParaRPr lang="de-DE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392A413-660A-0D76-A634-74074B0A5B2E}"/>
              </a:ext>
            </a:extLst>
          </p:cNvPr>
          <p:cNvSpPr txBox="1"/>
          <p:nvPr/>
        </p:nvSpPr>
        <p:spPr>
          <a:xfrm>
            <a:off x="914664" y="6211359"/>
            <a:ext cx="4148667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de-DE" sz="1800" kern="1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Figure 1 After </a:t>
            </a:r>
            <a:r>
              <a:rPr lang="de-DE" sz="1800" kern="100" dirty="0" err="1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Updating</a:t>
            </a:r>
            <a:endParaRPr lang="de-DE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43EEA85-719D-9A60-D96C-0A63ACE871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5203" y="2243667"/>
            <a:ext cx="4744374" cy="263576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9F3EBADC-4715-A7A2-72EB-5413C5A0F7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755" y="2103502"/>
            <a:ext cx="5147245" cy="2859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539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6D803-3062-6A1B-AC07-8338BC85A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0BB415-6BEE-1F8F-D89B-0FD2F5EB9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192"/>
            <a:ext cx="10515600" cy="1325563"/>
          </a:xfrm>
        </p:spPr>
        <p:txBody>
          <a:bodyPr/>
          <a:lstStyle/>
          <a:p>
            <a:r>
              <a:rPr lang="en-US" dirty="0"/>
              <a:t>day4_rmse_comparison.png</a:t>
            </a:r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64EF5C1-6830-D65B-B319-3180775ABE47}"/>
              </a:ext>
            </a:extLst>
          </p:cNvPr>
          <p:cNvSpPr txBox="1"/>
          <p:nvPr/>
        </p:nvSpPr>
        <p:spPr>
          <a:xfrm>
            <a:off x="6379632" y="6194688"/>
            <a:ext cx="4148667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de-DE" sz="1800" kern="1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Figure 2 </a:t>
            </a:r>
            <a:r>
              <a:rPr lang="de-DE" sz="1800" kern="100" dirty="0" err="1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before</a:t>
            </a:r>
            <a:r>
              <a:rPr lang="de-DE" sz="1800" kern="1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de-DE" sz="1800" kern="100" dirty="0" err="1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Updating</a:t>
            </a:r>
            <a:endParaRPr lang="de-DE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F5EACD96-92F3-C469-C236-0216CEC6F50C}"/>
              </a:ext>
            </a:extLst>
          </p:cNvPr>
          <p:cNvSpPr txBox="1"/>
          <p:nvPr/>
        </p:nvSpPr>
        <p:spPr>
          <a:xfrm>
            <a:off x="914664" y="6211359"/>
            <a:ext cx="4148667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de-DE" sz="1800" kern="1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Figure 1 After </a:t>
            </a:r>
            <a:r>
              <a:rPr lang="de-DE" sz="1800" kern="100" dirty="0" err="1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Updating</a:t>
            </a:r>
            <a:endParaRPr lang="de-DE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28B6077-B52B-6987-8F59-AF0B2CB952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09093"/>
            <a:ext cx="5111664" cy="283981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97696958-2845-9430-BEBA-7B51C06ED3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632" y="2104029"/>
            <a:ext cx="5409976" cy="3005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16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</Words>
  <Application>Microsoft Office PowerPoint</Application>
  <PresentationFormat>Breitbild</PresentationFormat>
  <Paragraphs>10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</vt:lpstr>
      <vt:lpstr>Comparison After vs Before Updating</vt:lpstr>
      <vt:lpstr>day4_prediction_vs_true_best.png</vt:lpstr>
      <vt:lpstr>day4_feature_importance_stability.png</vt:lpstr>
      <vt:lpstr>day4_rmse_comparison.png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Eno Gufi</dc:creator>
  <cp:lastModifiedBy>Eno Gufi</cp:lastModifiedBy>
  <cp:revision>3</cp:revision>
  <dcterms:created xsi:type="dcterms:W3CDTF">2026-06-01T14:35:49Z</dcterms:created>
  <dcterms:modified xsi:type="dcterms:W3CDTF">2026-06-01T16:02:51Z</dcterms:modified>
</cp:coreProperties>
</file>